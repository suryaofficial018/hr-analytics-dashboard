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71592-6CF3-AA88-26CD-C2C301AF8F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5115FB-5E4D-8EF4-7B13-EF4C44DE8D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FD1A5-9266-DD4F-3AB9-0109BC1A5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6508-612F-4564-8C52-55521133DD1F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05A5B-43DB-4E3C-F447-DD0BB5CB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11B0A-A803-C3A3-C429-90D00C2BA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7CE2-81A8-4482-8429-995C51A77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138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41A4F-111B-BDFA-C404-C8CD273EB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CB41D-8F2D-B7A5-A528-F0AD9926F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59209-F1F5-DC22-59B3-BF673117C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6508-612F-4564-8C52-55521133DD1F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2525A-04F3-6ECD-6885-4446FE7F0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75963-5CBF-F63D-C3C4-8BC916C7C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7CE2-81A8-4482-8429-995C51A77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BAF24-C6E2-F9FC-A571-0B4B7ECC3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334E05-9EEC-1C33-CE9A-E541BC3A6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C5BBB-6232-3C00-17CB-A96543850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6508-612F-4564-8C52-55521133DD1F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C6351-220E-0BF5-4784-C769ADFBC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52409-5029-F3BF-D709-664730F77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7CE2-81A8-4482-8429-995C51A77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710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40C9-0A07-0987-99CD-BC303E0E1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59E3F-3E7F-B434-CE19-E8EF9D79D3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6CC68-F247-8B72-8998-E1CCECB3FF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E57E1-77DD-47B1-303A-161CAFEFF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6508-612F-4564-8C52-55521133DD1F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4AD0F0-4D04-282C-ADF7-0FBD8BB40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610DC-858E-5E2E-DCBA-78DBF395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7CE2-81A8-4482-8429-995C51A77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685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CFF98-5E03-5597-68E7-8E0F6DA44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78749-3CF5-EBC4-F9AE-D7C253E4D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47FA90-9983-A5F3-E106-872A41649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617721-0B0E-D56D-5171-75F44C2B10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43D6B-3E60-88B5-05AB-32D8C6C422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4B3913-A372-EF66-CB7D-910A9E1F9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6508-612F-4564-8C52-55521133DD1F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930608-3B15-4302-B31C-5C4F54846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C424B8-061E-DDB0-F55D-8B2F68634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7CE2-81A8-4482-8429-995C51A77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459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1AE7C-B035-1A3B-CD2B-5F816AF72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F1E393-6F03-6329-426A-3E39FE7D5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6508-612F-4564-8C52-55521133DD1F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8426CA-C789-616C-8921-67BCAC50D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948899-86A9-9D64-657D-B25781507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7CE2-81A8-4482-8429-995C51A77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89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7036DC-84F5-7EB3-2C54-A49D8E7A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6508-612F-4564-8C52-55521133DD1F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893530-25F2-CDDB-5691-06D0D0BFF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92B2A-005B-1B64-F6EC-08373A302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7CE2-81A8-4482-8429-995C51A77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619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4CC4E-7561-BC39-A007-1F0D675F4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4ED96-F913-EC18-FD1F-7A3519E9C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C06D15-F584-0938-3A1F-CBF92F0D5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56ED7-ED7F-7BBB-78BA-AF22D9A7B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6508-612F-4564-8C52-55521133DD1F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F69E4-625A-9BC7-6D83-1A95AB559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8626D2-925B-42B6-31D4-E48BA97E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7CE2-81A8-4482-8429-995C51A77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946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FFE08-DE92-B094-91B6-6FE06E57E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6C5924-F9AB-F453-F65C-4B2DD5A0BE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071411-BB22-4D63-FE5F-FCE51A924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49FBBB-E98B-7C5A-702C-B53B38B84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6508-612F-4564-8C52-55521133DD1F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CA769-7344-735D-FBBA-38A9EF22A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E3DED4-2B22-268F-6A79-576FD8075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7CE2-81A8-4482-8429-995C51A77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784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3911E-E9A5-64C4-3FBB-6399FD4CA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1228A7-EA11-5F77-2AAA-B3350CB1B4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5A53C-5483-164E-658C-4F9828C9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6508-612F-4564-8C52-55521133DD1F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D625C-0130-46F8-5C06-336C1C792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3F4F8-C4ED-3F21-BD68-6DBEA99E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7CE2-81A8-4482-8429-995C51A77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07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046EC0-7965-57C0-B58D-FC963465C2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CD603A-F649-4184-5EFA-BB3099706D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C1637-6901-51C1-79F0-DC676BF43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66508-612F-4564-8C52-55521133DD1F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FB995-0B6B-0C12-B19A-B81A24232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D3F6D-25C9-8475-15DB-7A030A108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7CE2-81A8-4482-8429-995C51A77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695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9F15C3-2155-D8AE-6461-C717A828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71C73-15C9-96A4-5D84-62DA2E887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68B01-6A33-6839-DF42-2509B329CD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666508-612F-4564-8C52-55521133DD1F}" type="datetimeFigureOut">
              <a:rPr lang="en-IN" smtClean="0"/>
              <a:t>01-06-2026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7C405-C603-D374-0F3F-9D59E7AC5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A88A4-2505-32D2-91CD-D03F80DC45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77CE2-81A8-4482-8429-995C51A77B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626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860D5-0A61-32AC-C672-1CC178C842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8193" y="601253"/>
            <a:ext cx="9881419" cy="2648306"/>
          </a:xfrm>
        </p:spPr>
        <p:txBody>
          <a:bodyPr/>
          <a:lstStyle/>
          <a:p>
            <a:r>
              <a:rPr lang="en-IN" dirty="0"/>
              <a:t>Employee &amp; HR Analytics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3B125D-0CDF-CAB8-D11A-2900EB616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8193" y="4021394"/>
            <a:ext cx="9999407" cy="2235352"/>
          </a:xfrm>
        </p:spPr>
        <p:txBody>
          <a:bodyPr/>
          <a:lstStyle/>
          <a:p>
            <a:r>
              <a:rPr lang="en-US" b="1" dirty="0"/>
              <a:t>Tools Used - </a:t>
            </a:r>
            <a:r>
              <a:rPr lang="en-US" dirty="0"/>
              <a:t>Microsoft Excel , Power BI</a:t>
            </a:r>
          </a:p>
          <a:p>
            <a:endParaRPr lang="en-US" dirty="0"/>
          </a:p>
          <a:p>
            <a:r>
              <a:rPr lang="en-US" b="1" dirty="0"/>
              <a:t>                                                                                                                      </a:t>
            </a:r>
            <a:r>
              <a:rPr lang="en-IN" b="1" dirty="0"/>
              <a:t>Prepared By</a:t>
            </a:r>
          </a:p>
          <a:p>
            <a:r>
              <a:rPr lang="en-IN" dirty="0"/>
              <a:t>                                                                                                             Surya M</a:t>
            </a:r>
          </a:p>
          <a:p>
            <a:endParaRPr lang="en-US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5045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5A94E-4D81-1841-CB2F-519F12C90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472"/>
            <a:ext cx="10515600" cy="678426"/>
          </a:xfrm>
        </p:spPr>
        <p:txBody>
          <a:bodyPr>
            <a:normAutofit fontScale="90000"/>
          </a:bodyPr>
          <a:lstStyle/>
          <a:p>
            <a:r>
              <a:rPr lang="en-IN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C77C9-FBE4-7BE9-03E8-17F62147E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3897"/>
            <a:ext cx="10901516" cy="550606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This project focuses on analyzing employee and HR data to identify:</a:t>
            </a:r>
          </a:p>
          <a:p>
            <a:r>
              <a:rPr lang="en-US" sz="2400" dirty="0"/>
              <a:t>Employee attrition patterns </a:t>
            </a:r>
          </a:p>
          <a:p>
            <a:r>
              <a:rPr lang="en-US" sz="2400" dirty="0"/>
              <a:t>Department performance </a:t>
            </a:r>
          </a:p>
          <a:p>
            <a:r>
              <a:rPr lang="en-US" sz="2400" dirty="0"/>
              <a:t>Salary distribution </a:t>
            </a:r>
          </a:p>
          <a:p>
            <a:r>
              <a:rPr lang="en-US" sz="2400" dirty="0"/>
              <a:t>Employee satisfaction trends </a:t>
            </a:r>
          </a:p>
          <a:p>
            <a:r>
              <a:rPr lang="en-US" sz="2400" dirty="0"/>
              <a:t>Workforce insights 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project combines:</a:t>
            </a:r>
          </a:p>
          <a:p>
            <a:r>
              <a:rPr lang="en-US" sz="2400" dirty="0"/>
              <a:t>Excel for cleaning and preprocessing </a:t>
            </a:r>
          </a:p>
          <a:p>
            <a:r>
              <a:rPr lang="en-US" sz="2400" dirty="0"/>
              <a:t>Power BI for dashboard development and visualization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4292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629F0-702D-20DE-55E4-8619FD795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5135"/>
            <a:ext cx="10515600" cy="589937"/>
          </a:xfrm>
        </p:spPr>
        <p:txBody>
          <a:bodyPr>
            <a:normAutofit fontScale="90000"/>
          </a:bodyPr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A6423-E34C-E5BA-D647-3A9318D39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1213"/>
            <a:ext cx="10515600" cy="507575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dirty="0"/>
              <a:t>HR departments often face challenges such as:</a:t>
            </a:r>
          </a:p>
          <a:p>
            <a:r>
              <a:rPr lang="en-US" sz="2600" dirty="0"/>
              <a:t>High employee attrition </a:t>
            </a:r>
          </a:p>
          <a:p>
            <a:r>
              <a:rPr lang="en-US" sz="2600" dirty="0"/>
              <a:t>Low employee satisfaction </a:t>
            </a:r>
          </a:p>
          <a:p>
            <a:r>
              <a:rPr lang="en-US" sz="2600" dirty="0"/>
              <a:t>Difficulty identifying workforce trends </a:t>
            </a:r>
          </a:p>
          <a:p>
            <a:r>
              <a:rPr lang="en-US" sz="2600" dirty="0"/>
              <a:t>Inefficient employee performance tracking </a:t>
            </a:r>
          </a:p>
          <a:p>
            <a:pPr marL="0" indent="0">
              <a:buNone/>
            </a:pPr>
            <a:endParaRPr lang="en-US" sz="2600" dirty="0"/>
          </a:p>
          <a:p>
            <a:pPr marL="0" indent="0">
              <a:buNone/>
            </a:pPr>
            <a:r>
              <a:rPr lang="en-US" sz="2600" dirty="0"/>
              <a:t>Without proper data analysis, organizations may struggle with:</a:t>
            </a:r>
          </a:p>
          <a:p>
            <a:r>
              <a:rPr lang="en-US" sz="2600" dirty="0"/>
              <a:t>Employee retention </a:t>
            </a:r>
          </a:p>
          <a:p>
            <a:r>
              <a:rPr lang="en-US" sz="2600" dirty="0"/>
              <a:t>Workforce planning </a:t>
            </a:r>
          </a:p>
          <a:p>
            <a:r>
              <a:rPr lang="en-US" sz="2600" dirty="0"/>
              <a:t>Salary optimization </a:t>
            </a:r>
          </a:p>
          <a:p>
            <a:r>
              <a:rPr lang="en-US" sz="2600" dirty="0"/>
              <a:t>Productivity improvement </a:t>
            </a:r>
          </a:p>
          <a:p>
            <a:pPr marL="0" indent="0">
              <a:buNone/>
            </a:pPr>
            <a:r>
              <a:rPr lang="en-US" sz="2600" dirty="0"/>
              <a:t>This project aims to solve these challenges using HR analytics and interactive dashboards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0072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BF27D-A0A4-93AA-E689-E3223368E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974"/>
            <a:ext cx="10773696" cy="639098"/>
          </a:xfrm>
        </p:spPr>
        <p:txBody>
          <a:bodyPr>
            <a:normAutofit fontScale="90000"/>
          </a:bodyPr>
          <a:lstStyle/>
          <a:p>
            <a:r>
              <a:rPr lang="en-IN" dirty="0"/>
              <a:t>Objective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CB979-7343-CBC6-D52D-6CFE5B1C6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61884"/>
            <a:ext cx="10773697" cy="5466735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The main objectives are:</a:t>
            </a:r>
          </a:p>
          <a:p>
            <a:r>
              <a:rPr lang="en-US" sz="2400" dirty="0"/>
              <a:t>Clean and preprocess HR data </a:t>
            </a:r>
          </a:p>
          <a:p>
            <a:r>
              <a:rPr lang="en-US" sz="2400" dirty="0"/>
              <a:t>Analyze employee demographics </a:t>
            </a:r>
          </a:p>
          <a:p>
            <a:r>
              <a:rPr lang="en-US" sz="2400" dirty="0"/>
              <a:t>Study attrition and retention patterns </a:t>
            </a:r>
          </a:p>
          <a:p>
            <a:r>
              <a:rPr lang="en-US" sz="2400" dirty="0"/>
              <a:t>Analyze department-wise performance </a:t>
            </a:r>
          </a:p>
          <a:p>
            <a:r>
              <a:rPr lang="en-US" sz="2400" dirty="0"/>
              <a:t>Identify salary and job satisfaction trends </a:t>
            </a:r>
          </a:p>
          <a:p>
            <a:r>
              <a:rPr lang="en-US" sz="2400" dirty="0"/>
              <a:t>Build interactive HR dashboards for business decision-making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0334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67CE9-8169-C90C-EFAD-31328091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252" y="265471"/>
            <a:ext cx="10606548" cy="658761"/>
          </a:xfrm>
        </p:spPr>
        <p:txBody>
          <a:bodyPr>
            <a:normAutofit fontScale="90000"/>
          </a:bodyPr>
          <a:lstStyle/>
          <a:p>
            <a:r>
              <a:rPr lang="en-US" dirty="0"/>
              <a:t>Data Cleaning &amp; Preprocessing in Excel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205B0-12E5-425B-6E03-76B428EDA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7252" y="924232"/>
            <a:ext cx="10982632" cy="55748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Steps Performed</a:t>
            </a:r>
          </a:p>
          <a:p>
            <a:r>
              <a:rPr lang="en-US" sz="2400" dirty="0"/>
              <a:t>Removed duplicate records </a:t>
            </a:r>
          </a:p>
          <a:p>
            <a:r>
              <a:rPr lang="en-US" sz="2400" dirty="0"/>
              <a:t>Handled missing values </a:t>
            </a:r>
          </a:p>
          <a:p>
            <a:r>
              <a:rPr lang="en-US" sz="2400" dirty="0"/>
              <a:t>Standardized column formats </a:t>
            </a:r>
          </a:p>
          <a:p>
            <a:r>
              <a:rPr lang="en-US" sz="2400" dirty="0"/>
              <a:t>Created new calculated columns </a:t>
            </a:r>
          </a:p>
          <a:p>
            <a:r>
              <a:rPr lang="en-US" sz="2400" dirty="0"/>
              <a:t>Organized employee data </a:t>
            </a:r>
          </a:p>
          <a:p>
            <a:pPr marL="0" indent="0">
              <a:buNone/>
            </a:pPr>
            <a:r>
              <a:rPr lang="en-US" sz="2400" b="1" dirty="0"/>
              <a:t>New Columns Created</a:t>
            </a:r>
          </a:p>
          <a:p>
            <a:r>
              <a:rPr lang="en-US" sz="2400" dirty="0"/>
              <a:t>Attrition Status </a:t>
            </a:r>
          </a:p>
          <a:p>
            <a:r>
              <a:rPr lang="en-US" sz="2400" dirty="0"/>
              <a:t>Age group</a:t>
            </a:r>
          </a:p>
          <a:p>
            <a:r>
              <a:rPr lang="en-US" sz="2400" dirty="0"/>
              <a:t>Tenure group in company</a:t>
            </a:r>
          </a:p>
          <a:p>
            <a:r>
              <a:rPr lang="en-US" sz="2400" dirty="0"/>
              <a:t>income group</a:t>
            </a:r>
          </a:p>
          <a:p>
            <a:r>
              <a:rPr lang="en-IN" sz="2400" dirty="0"/>
              <a:t>distance group</a:t>
            </a:r>
          </a:p>
        </p:txBody>
      </p:sp>
    </p:spTree>
    <p:extLst>
      <p:ext uri="{BB962C8B-B14F-4D97-AF65-F5344CB8AC3E}">
        <p14:creationId xmlns:p14="http://schemas.microsoft.com/office/powerpoint/2010/main" val="2425157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69D4C-C5D3-3DDF-35E5-AA0FAE673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587" y="265471"/>
            <a:ext cx="10982632" cy="707923"/>
          </a:xfrm>
        </p:spPr>
        <p:txBody>
          <a:bodyPr>
            <a:normAutofit/>
          </a:bodyPr>
          <a:lstStyle/>
          <a:p>
            <a:r>
              <a:rPr lang="en-IN" sz="4000" dirty="0"/>
              <a:t>Pivot Table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947A4-6AB1-6483-8804-E41E16E90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587" y="973394"/>
            <a:ext cx="10982632" cy="5535561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Pivot Tables Created</a:t>
            </a:r>
          </a:p>
          <a:p>
            <a:r>
              <a:rPr lang="en-US" sz="2400" dirty="0"/>
              <a:t>Department-wise employee count </a:t>
            </a:r>
          </a:p>
          <a:p>
            <a:r>
              <a:rPr lang="en-US" sz="2400" dirty="0"/>
              <a:t>Attrition analysis </a:t>
            </a:r>
          </a:p>
          <a:p>
            <a:r>
              <a:rPr lang="en-US" sz="2400" dirty="0"/>
              <a:t>Salary analysis </a:t>
            </a:r>
          </a:p>
          <a:p>
            <a:r>
              <a:rPr lang="en-US" sz="2400" dirty="0"/>
              <a:t>Gender distribution </a:t>
            </a:r>
          </a:p>
          <a:p>
            <a:r>
              <a:rPr lang="en-US" sz="2400" dirty="0"/>
              <a:t>Job role comparison 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Purpose</a:t>
            </a:r>
          </a:p>
          <a:p>
            <a:pPr marL="0" indent="0">
              <a:buNone/>
            </a:pPr>
            <a:r>
              <a:rPr lang="en-US" sz="2400" dirty="0"/>
              <a:t>To summarize employee data and identify workforce trends before dashboard creation.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0669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883F8-811B-37C7-80B6-ABA22521F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275303"/>
            <a:ext cx="10724535" cy="766917"/>
          </a:xfrm>
        </p:spPr>
        <p:txBody>
          <a:bodyPr>
            <a:normAutofit/>
          </a:bodyPr>
          <a:lstStyle/>
          <a:p>
            <a:r>
              <a:rPr lang="en-IN" sz="4000" dirty="0"/>
              <a:t>Power BI Dashboard-ATTRITION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A0D393-CD91-6250-62DF-6E19EB7D32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6" y="1042988"/>
            <a:ext cx="7629831" cy="5540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D27705-662A-4CD7-C0AE-F9B85EC84CD7}"/>
              </a:ext>
            </a:extLst>
          </p:cNvPr>
          <p:cNvSpPr txBox="1"/>
          <p:nvPr/>
        </p:nvSpPr>
        <p:spPr>
          <a:xfrm>
            <a:off x="8396748" y="1042220"/>
            <a:ext cx="35691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KEY FINDINGS:</a:t>
            </a:r>
            <a:endParaRPr lang="en-US" dirty="0"/>
          </a:p>
          <a:p>
            <a:r>
              <a:rPr lang="en-US" b="1" dirty="0"/>
              <a:t>1</a:t>
            </a:r>
            <a:r>
              <a:rPr lang="en-US" dirty="0"/>
              <a:t>.WOMEN HAS A </a:t>
            </a:r>
            <a:r>
              <a:rPr lang="en-US" b="1" dirty="0"/>
              <a:t>52.41%</a:t>
            </a:r>
            <a:r>
              <a:rPr lang="en-US" dirty="0"/>
              <a:t> OF ATTRITION RATE COMPARED TO MEN.</a:t>
            </a:r>
          </a:p>
          <a:p>
            <a:r>
              <a:rPr lang="en-US" b="1" dirty="0"/>
              <a:t>2</a:t>
            </a:r>
            <a:r>
              <a:rPr lang="en-US" dirty="0"/>
              <a:t>.18 TO 30 AGE HAS</a:t>
            </a:r>
            <a:r>
              <a:rPr lang="en-US" b="1" dirty="0"/>
              <a:t> 51.24%</a:t>
            </a:r>
            <a:r>
              <a:rPr lang="en-US" dirty="0"/>
              <a:t> OF</a:t>
            </a:r>
          </a:p>
          <a:p>
            <a:r>
              <a:rPr lang="en-US" dirty="0"/>
              <a:t> ATTRITION RATE.</a:t>
            </a:r>
          </a:p>
          <a:p>
            <a:r>
              <a:rPr lang="en-US" b="1" dirty="0"/>
              <a:t>3</a:t>
            </a:r>
            <a:r>
              <a:rPr lang="en-US" dirty="0"/>
              <a:t>.IN JOB ROLE-EDUCATION HAS </a:t>
            </a:r>
            <a:r>
              <a:rPr lang="en-US" b="1" dirty="0"/>
              <a:t>48.96%</a:t>
            </a:r>
            <a:r>
              <a:rPr lang="en-US" dirty="0"/>
              <a:t> ATTRITION RATE BECAUSE OF LOW </a:t>
            </a:r>
          </a:p>
          <a:p>
            <a:r>
              <a:rPr lang="en-US" dirty="0"/>
              <a:t>SALARY</a:t>
            </a:r>
          </a:p>
          <a:p>
            <a:r>
              <a:rPr lang="en-US" b="1" dirty="0"/>
              <a:t>4</a:t>
            </a:r>
            <a:r>
              <a:rPr lang="en-US" dirty="0"/>
              <a:t>.EMPLOYEES WHO WORK IN </a:t>
            </a:r>
          </a:p>
          <a:p>
            <a:r>
              <a:rPr lang="en-US" dirty="0"/>
              <a:t>OVERTIME BASIS HAS </a:t>
            </a:r>
            <a:r>
              <a:rPr lang="en-US" b="1" dirty="0"/>
              <a:t>51%</a:t>
            </a:r>
            <a:r>
              <a:rPr lang="en-US" dirty="0"/>
              <a:t> OF </a:t>
            </a:r>
          </a:p>
          <a:p>
            <a:r>
              <a:rPr lang="en-US" dirty="0"/>
              <a:t>ATTRITION RATE.</a:t>
            </a:r>
          </a:p>
          <a:p>
            <a:r>
              <a:rPr lang="en-US" b="1" dirty="0"/>
              <a:t>5</a:t>
            </a:r>
            <a:r>
              <a:rPr lang="en-US" dirty="0"/>
              <a:t>.EMPLOYEES WHO ARE IN ENTRY LEVEL HAS </a:t>
            </a:r>
            <a:r>
              <a:rPr lang="en-US" b="1" dirty="0"/>
              <a:t>63%</a:t>
            </a:r>
            <a:r>
              <a:rPr lang="en-US" dirty="0"/>
              <a:t> OF ATTRITION </a:t>
            </a:r>
          </a:p>
          <a:p>
            <a:r>
              <a:rPr lang="en-US" dirty="0"/>
              <a:t>RATE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9698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5797A-BA4C-E05A-8580-1F542F44F4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755" y="216311"/>
            <a:ext cx="10636045" cy="648928"/>
          </a:xfrm>
        </p:spPr>
        <p:txBody>
          <a:bodyPr>
            <a:normAutofit/>
          </a:bodyPr>
          <a:lstStyle/>
          <a:p>
            <a:r>
              <a:rPr lang="en-IN" sz="4000" dirty="0"/>
              <a:t>Power BI Dashboard-EMPLOYEE PERFORMANCE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81BF33-5CE0-40B8-5715-F390E55FE4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55" y="954088"/>
            <a:ext cx="7698658" cy="56880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54F55F-0C6C-EA27-7546-D05DBC616D8E}"/>
              </a:ext>
            </a:extLst>
          </p:cNvPr>
          <p:cNvSpPr txBox="1"/>
          <p:nvPr/>
        </p:nvSpPr>
        <p:spPr>
          <a:xfrm>
            <a:off x="8416413" y="954088"/>
            <a:ext cx="360843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 FINDINGS:</a:t>
            </a:r>
            <a:endParaRPr lang="en-US" dirty="0"/>
          </a:p>
          <a:p>
            <a:r>
              <a:rPr lang="en-US" b="1" dirty="0"/>
              <a:t>1.</a:t>
            </a:r>
            <a:r>
              <a:rPr lang="en-US" dirty="0"/>
              <a:t>EMPLOYEES WHO HAD</a:t>
            </a:r>
            <a:r>
              <a:rPr lang="en-US" b="1" dirty="0"/>
              <a:t> LOW </a:t>
            </a:r>
          </a:p>
          <a:p>
            <a:r>
              <a:rPr lang="en-US" b="1" dirty="0"/>
              <a:t>PERFORMANCE RATING</a:t>
            </a:r>
            <a:r>
              <a:rPr lang="en-US" dirty="0"/>
              <a:t> HAS</a:t>
            </a:r>
            <a:r>
              <a:rPr lang="en-US" b="1" dirty="0"/>
              <a:t> </a:t>
            </a:r>
          </a:p>
          <a:p>
            <a:r>
              <a:rPr lang="en-US" b="1" dirty="0"/>
              <a:t>55.26%</a:t>
            </a:r>
            <a:r>
              <a:rPr lang="en-US" dirty="0"/>
              <a:t> OF ATTRITION RATE</a:t>
            </a:r>
          </a:p>
          <a:p>
            <a:r>
              <a:rPr lang="en-US" b="1" dirty="0"/>
              <a:t>2</a:t>
            </a:r>
            <a:r>
              <a:rPr lang="en-US" dirty="0"/>
              <a:t>.EMPLOYEES WHO HAD</a:t>
            </a:r>
            <a:r>
              <a:rPr lang="en-US" b="1" dirty="0"/>
              <a:t> LOW </a:t>
            </a:r>
          </a:p>
          <a:p>
            <a:r>
              <a:rPr lang="en-US" b="1" dirty="0"/>
              <a:t>SATISFACTION</a:t>
            </a:r>
            <a:r>
              <a:rPr lang="en-US" dirty="0"/>
              <a:t> IN THIER JOB HAS</a:t>
            </a:r>
          </a:p>
          <a:p>
            <a:r>
              <a:rPr lang="en-US" b="1" dirty="0"/>
              <a:t> 54.15%</a:t>
            </a:r>
            <a:r>
              <a:rPr lang="en-US" dirty="0"/>
              <a:t> AND </a:t>
            </a:r>
            <a:r>
              <a:rPr lang="en-US" b="1" dirty="0"/>
              <a:t>VERY HIGH</a:t>
            </a:r>
          </a:p>
          <a:p>
            <a:r>
              <a:rPr lang="en-US" dirty="0"/>
              <a:t> </a:t>
            </a:r>
            <a:r>
              <a:rPr lang="en-US" b="1" dirty="0"/>
              <a:t>SATISFACTION </a:t>
            </a:r>
            <a:r>
              <a:rPr lang="en-US" dirty="0"/>
              <a:t>IN THIER JOB HAS</a:t>
            </a:r>
            <a:r>
              <a:rPr lang="en-US" b="1" dirty="0"/>
              <a:t> 53.61%</a:t>
            </a:r>
            <a:endParaRPr lang="en-US" dirty="0"/>
          </a:p>
          <a:p>
            <a:r>
              <a:rPr lang="en-US" b="1" dirty="0"/>
              <a:t>3</a:t>
            </a:r>
            <a:r>
              <a:rPr lang="en-US" dirty="0"/>
              <a:t>.EMPLOYEES WHO HAVE </a:t>
            </a:r>
            <a:r>
              <a:rPr lang="en-US" b="1" dirty="0"/>
              <a:t>POOR </a:t>
            </a:r>
            <a:r>
              <a:rPr lang="en-US" dirty="0"/>
              <a:t>WORK LIFE BALANCE HAS </a:t>
            </a:r>
            <a:r>
              <a:rPr lang="en-US" b="1" dirty="0"/>
              <a:t>60.46% </a:t>
            </a:r>
            <a:r>
              <a:rPr lang="en-US" dirty="0"/>
              <a:t>OF ATTRITION RATE.</a:t>
            </a:r>
          </a:p>
          <a:p>
            <a:r>
              <a:rPr lang="en-US" b="1" dirty="0"/>
              <a:t>4</a:t>
            </a:r>
            <a:r>
              <a:rPr lang="en-US" dirty="0"/>
              <a:t>.</a:t>
            </a:r>
            <a:r>
              <a:rPr lang="en-US" b="1" dirty="0"/>
              <a:t>FINANCE</a:t>
            </a:r>
            <a:r>
              <a:rPr lang="en-US" dirty="0"/>
              <a:t> ROLE HAS LOW </a:t>
            </a:r>
          </a:p>
          <a:p>
            <a:r>
              <a:rPr lang="en-US" dirty="0"/>
              <a:t>PROMOTIONS AND ITS ATTRITION RATE IS </a:t>
            </a:r>
            <a:r>
              <a:rPr lang="en-US" b="1" dirty="0"/>
              <a:t>47.46%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956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B8145-AED6-FB4A-88D9-753E888B8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2" y="265471"/>
            <a:ext cx="10734368" cy="639097"/>
          </a:xfrm>
        </p:spPr>
        <p:txBody>
          <a:bodyPr>
            <a:noAutofit/>
          </a:bodyPr>
          <a:lstStyle/>
          <a:p>
            <a:r>
              <a:rPr lang="en-IN" sz="4000" dirty="0"/>
              <a:t>Power BI Dashboard-SALARY AND TENURE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E57174-732D-DC41-989E-B3B053991E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33" y="904875"/>
            <a:ext cx="7924799" cy="56880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67B4BB-12BD-8AF9-B96D-DD632C800B3E}"/>
              </a:ext>
            </a:extLst>
          </p:cNvPr>
          <p:cNvSpPr txBox="1"/>
          <p:nvPr/>
        </p:nvSpPr>
        <p:spPr>
          <a:xfrm>
            <a:off x="8613058" y="904568"/>
            <a:ext cx="342162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 FINDINGS:</a:t>
            </a:r>
            <a:endParaRPr lang="en-US" dirty="0"/>
          </a:p>
          <a:p>
            <a:r>
              <a:rPr lang="en-US" b="1" dirty="0"/>
              <a:t>1.ENTRY LEVEL JOB WITH LOW SALARY HAS 63.61% </a:t>
            </a:r>
            <a:r>
              <a:rPr lang="en-US" dirty="0"/>
              <a:t>OF</a:t>
            </a:r>
            <a:r>
              <a:rPr lang="en-US" b="1" dirty="0"/>
              <a:t> </a:t>
            </a:r>
          </a:p>
          <a:p>
            <a:r>
              <a:rPr lang="en-US" dirty="0"/>
              <a:t>ATTRITION RATE.</a:t>
            </a:r>
          </a:p>
          <a:p>
            <a:r>
              <a:rPr lang="en-US" b="1" dirty="0"/>
              <a:t>2.LOW SALARY EMPLOYEES</a:t>
            </a:r>
          </a:p>
          <a:p>
            <a:r>
              <a:rPr lang="en-US" b="1" dirty="0"/>
              <a:t> </a:t>
            </a:r>
            <a:r>
              <a:rPr lang="en-US" dirty="0"/>
              <a:t>HAS </a:t>
            </a:r>
            <a:r>
              <a:rPr lang="en-US" b="1" dirty="0"/>
              <a:t>49.07% </a:t>
            </a:r>
            <a:r>
              <a:rPr lang="en-US" dirty="0"/>
              <a:t>OF ATTRITION</a:t>
            </a:r>
          </a:p>
          <a:p>
            <a:r>
              <a:rPr lang="en-US" dirty="0"/>
              <a:t> RATE.</a:t>
            </a:r>
          </a:p>
          <a:p>
            <a:r>
              <a:rPr lang="en-US" b="1" dirty="0"/>
              <a:t>3.</a:t>
            </a:r>
            <a:r>
              <a:rPr lang="en-US" dirty="0"/>
              <a:t>EMPLOYEES WITH </a:t>
            </a:r>
            <a:r>
              <a:rPr lang="en-US" b="1" dirty="0"/>
              <a:t>0-10    YEARS OF TENURE </a:t>
            </a:r>
            <a:r>
              <a:rPr lang="en-US" dirty="0"/>
              <a:t>HAS </a:t>
            </a:r>
            <a:r>
              <a:rPr lang="en-US" b="1" dirty="0"/>
              <a:t>52.07% </a:t>
            </a:r>
            <a:r>
              <a:rPr lang="en-US" dirty="0"/>
              <a:t>OF ATTRITION RATE.</a:t>
            </a:r>
          </a:p>
          <a:p>
            <a:r>
              <a:rPr lang="en-US" b="1" dirty="0"/>
              <a:t>4.</a:t>
            </a:r>
            <a:r>
              <a:rPr lang="en-US" dirty="0"/>
              <a:t>EMPLOYEES WHO HAS LONG </a:t>
            </a:r>
            <a:r>
              <a:rPr lang="en-US" b="1" dirty="0"/>
              <a:t>DISTANCE OF COMPANY</a:t>
            </a:r>
          </a:p>
          <a:p>
            <a:r>
              <a:rPr lang="en-US" b="1" dirty="0"/>
              <a:t> FROM HOME(60-100 KM)</a:t>
            </a:r>
            <a:r>
              <a:rPr lang="en-US" dirty="0"/>
              <a:t>HAS</a:t>
            </a:r>
            <a:r>
              <a:rPr lang="en-US" b="1" dirty="0"/>
              <a:t> 52.17% </a:t>
            </a:r>
            <a:r>
              <a:rPr lang="en-US" dirty="0"/>
              <a:t>OF </a:t>
            </a:r>
          </a:p>
          <a:p>
            <a:r>
              <a:rPr lang="en-US" dirty="0"/>
              <a:t>ATTRITION RATE</a:t>
            </a:r>
          </a:p>
        </p:txBody>
      </p:sp>
    </p:spTree>
    <p:extLst>
      <p:ext uri="{BB962C8B-B14F-4D97-AF65-F5344CB8AC3E}">
        <p14:creationId xmlns:p14="http://schemas.microsoft.com/office/powerpoint/2010/main" val="3348298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A1568-4CB9-4132-4B64-4984A45B4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774" y="275303"/>
            <a:ext cx="10813026" cy="648929"/>
          </a:xfrm>
        </p:spPr>
        <p:txBody>
          <a:bodyPr>
            <a:normAutofit fontScale="90000"/>
          </a:bodyPr>
          <a:lstStyle/>
          <a:p>
            <a:r>
              <a:rPr lang="en-US" dirty="0"/>
              <a:t>BUSINESS RECOMMENDATION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BA800-B9DE-F62C-120D-4B6D7C2921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74" y="1012723"/>
            <a:ext cx="11179278" cy="5569974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Employees aged 18–30 have a high attrition rate of 51%. Companies should provide proper training, mentorship, and structured team management for entry-level roles.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Education role employees leave due to low salary (49% attrition). Annual salary increments and performance-based promotions should be implemented across all job roles.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High performers should receive proper recognition and rewards. Low performers should be motivated and guided to bring out their best potential.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Employees struggling with work-life balance should be given flexibility so their job does not affect their personal life and well-being.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Employees with long commutes (60–100 km) should be offered weekly remote work or flexible timings to reduce personal impact.</a:t>
            </a:r>
          </a:p>
          <a:p>
            <a:pPr marL="0" indent="0">
              <a:buNone/>
            </a:pP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340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572</Words>
  <Application>Microsoft Office PowerPoint</Application>
  <PresentationFormat>Widescreen</PresentationFormat>
  <Paragraphs>101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Employee &amp; HR Analytics Project</vt:lpstr>
      <vt:lpstr>Project Overview</vt:lpstr>
      <vt:lpstr>Problem Statement</vt:lpstr>
      <vt:lpstr>Objective of the Project</vt:lpstr>
      <vt:lpstr>Data Cleaning &amp; Preprocessing in Excel</vt:lpstr>
      <vt:lpstr>Pivot Table Analysis</vt:lpstr>
      <vt:lpstr>Power BI Dashboard-ATTRITION OVERVIEW</vt:lpstr>
      <vt:lpstr>Power BI Dashboard-EMPLOYEE PERFORMANCE</vt:lpstr>
      <vt:lpstr>Power BI Dashboard-SALARY AND TENURE</vt:lpstr>
      <vt:lpstr>BUSINESS RECOMMENDATION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Surya. M</dc:creator>
  <cp:lastModifiedBy>Surya. M</cp:lastModifiedBy>
  <cp:revision>2</cp:revision>
  <dcterms:created xsi:type="dcterms:W3CDTF">2026-05-28T14:54:37Z</dcterms:created>
  <dcterms:modified xsi:type="dcterms:W3CDTF">2026-06-01T09:48:29Z</dcterms:modified>
</cp:coreProperties>
</file>